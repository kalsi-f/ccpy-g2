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93" r:id="rId8"/>
    <p:sldId id="260" r:id="rId9"/>
    <p:sldId id="262" r:id="rId10"/>
    <p:sldId id="263" r:id="rId11"/>
    <p:sldId id="264" r:id="rId12"/>
    <p:sldId id="265" r:id="rId13"/>
    <p:sldId id="266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Mate" panose="020B0604020202020204" charset="0"/>
      <p:regular r:id="rId23"/>
      <p: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89" y="82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 → el IPM (PNUD/OPHI, 2010) mide privaciones en educación, salud, trabajo y vivienda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CASEN, Censo, ENE, BCN e INE (2017 y 2024); portales inmobiliarios vía web </a:t>
            </a:r>
            <a:r>
              <a:rPr lang="es-CL" sz="1500" dirty="0" err="1">
                <a:solidFill>
                  <a:schemeClr val="dk2"/>
                </a:solidFill>
                <a:latin typeface="Arial"/>
              </a:rPr>
              <a:t>scraping</a:t>
            </a:r>
            <a:r>
              <a:rPr lang="es-CL" sz="1500" dirty="0">
                <a:solidFill>
                  <a:schemeClr val="dk2"/>
                </a:solidFill>
                <a:latin typeface="Arial"/>
              </a:rPr>
              <a:t>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5842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scraping)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2926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8001000" y="1714500"/>
            <a:ext cx="3606800" cy="4445000"/>
          </a:xfrm>
          <a:prstGeom prst="rect">
            <a:avLst/>
          </a:prstGeom>
        </p:spPr>
        <p:txBody>
          <a:bodyPr wrap="square" rtlCol="0">
            <a:normAutofit fontScale="85000" lnSpcReduction="10000"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400" b="1" dirty="0">
                <a:solidFill>
                  <a:srgbClr val="B83803"/>
                </a:solidFill>
              </a:rPr>
              <a:t>Limpieza y enriquecimiento</a:t>
            </a: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Filtrado de microdatos por Región de Los Ríos (región 14)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Agregación persona - hogar (jefe, tamaño, % menores, ingreso per cápita)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Normalización de formatos del scraping y pivoteo a comuna-año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Tratamiento de NaN y estandarización (</a:t>
            </a:r>
            <a:r>
              <a:rPr lang="es-CL" sz="1800" dirty="0" err="1"/>
              <a:t>StandardScaler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Índices por dimensión IPM (educación, vivienda, composición, ingresos), escala 0–1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 de hacinamiento por tramos y unión geoespacial con GeoPandas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7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9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1786466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1654464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3920715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3943209"/>
            <a:ext cx="30322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A = personas por dormitorio</a:t>
            </a:r>
            <a:endParaRPr sz="18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($0 - $500k)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2017–2024.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~6%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1601</Words>
  <Application>Microsoft Office PowerPoint</Application>
  <PresentationFormat>Panorámica</PresentationFormat>
  <Paragraphs>191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Calibri</vt:lpstr>
      <vt:lpstr>Arial Black</vt:lpstr>
      <vt:lpstr>Mate</vt:lpstr>
      <vt:lpstr>Arial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Análisis general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5</cp:revision>
  <dcterms:modified xsi:type="dcterms:W3CDTF">2026-06-29T15:13:53Z</dcterms:modified>
</cp:coreProperties>
</file>